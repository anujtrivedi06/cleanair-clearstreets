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VayuKavach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 Smashers  ·  Track 2: CleanAir &amp; Clear Streets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914400" cy="91440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602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1089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hides in pockets — a burning garbage pile, a smoky factory corner. City-wide air apps show one number for the whole city, so these hidden hotspots go unnoticed until residents are already affected.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60720" y="2926080"/>
            <a:ext cx="548640" cy="457200"/>
          </a:xfrm>
          <a:prstGeom prst="rightArrow">
            <a:avLst/>
          </a:prstGeom>
          <a:solidFill>
            <a:srgbClr val="D9DEE5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554480"/>
            <a:ext cx="914400" cy="9144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17602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31089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system that watches Delhi NCR's air quality automatically, every few hours — finds hidden hotspots, predicts tomorrow's air quality today, and tells municipal teams exactly where to act.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31520" y="557784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1B1F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right now — not a mockup — at gen-lang-client-0882700239.web.app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Innovation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from a normal pollution 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799" y="19122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citizen photos instantly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smoke or burning waste — AI reads it and adds it to the map right away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439" y="19122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tomorrow, today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74904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each area's air quality 24 hours ahead, so action happens before it gets worse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079" y="19122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itself, in Hindi too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8368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comes with a plain-language reason — spoken aloud, in English or Hindi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3544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4984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4719" y="19122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who's at risk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1832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hotspot lists nearby schools and hospitals — real people, not just a number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1520" y="45720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DEDD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0120" y="4754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138" y="489889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5720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completely free — no cost to any government body, not now, not ever, at this scale.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252A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A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monitored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Delhi NCR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252A30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A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1.42M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434840" y="2514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covered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system today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252A30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A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138160" y="2514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hospitals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near hotspots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252A3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033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zone had unhealthy air on 20 of the last 30 days — this is a recurring crisis, not a one-off reading.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beyond Delhi NCR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city isn't a rebuild — it's one new entry in a list. Any constituency with a pollution monitoring station can be added in days.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85216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8521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one ward, one municipal team, one pilot — let this system show where to act before residents have to complain.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VayuKavach — Demo Day Pitch</dc:title>
  <dc:subject>PptxGenJS Presentation</dc:subject>
  <dc:creator>Code Smashers</dc:creator>
  <cp:lastModifiedBy>Code Smashers</cp:lastModifiedBy>
  <cp:revision>1</cp:revision>
  <dcterms:created xsi:type="dcterms:W3CDTF">2026-07-19T20:13:12Z</dcterms:created>
  <dcterms:modified xsi:type="dcterms:W3CDTF">2026-07-19T20:13:12Z</dcterms:modified>
</cp:coreProperties>
</file>