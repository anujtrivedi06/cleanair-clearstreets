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CleanAir &amp; Clear Streets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GLM Harmonizers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914400" cy="914400"/>
          </a:xfrm>
          <a:prstGeom prst="ellipse">
            <a:avLst/>
          </a:prstGeom>
          <a:solidFill>
            <a:srgbClr val="FBEAE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602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310896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hides in pockets — a burning garbage pile, a smoky factory corner. City-wide air apps show one number for the whole city, so these hidden hotspots go unnoticed until residents are already affected.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926080"/>
            <a:ext cx="548640" cy="457200"/>
          </a:xfrm>
          <a:prstGeom prst="rightArrow">
            <a:avLst/>
          </a:prstGeom>
          <a:solidFill>
            <a:srgbClr val="D9DEE5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0" y="1554480"/>
            <a:ext cx="914400" cy="91440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176022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83680" y="26060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310896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system that watches Delhi NCR's air quality automatically, every few hours — finds hidden hotspots, predicts tomorrow's air quality today, and tells municipal teams exactly where to act.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31520" y="5577840"/>
            <a:ext cx="10698480" cy="822960"/>
          </a:xfrm>
          <a:prstGeom prst="roundRect">
            <a:avLst>
              <a:gd name="adj" fmla="val 11111"/>
            </a:avLst>
          </a:prstGeom>
          <a:solidFill>
            <a:srgbClr val="1B1F23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right now — not a mockup — at gen-lang-client-0882700239.web.app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Features &amp; Innovation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 from a normal pollution map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7F7F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45920" y="1737360"/>
            <a:ext cx="777240" cy="77724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799" y="191223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69748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citizen photos instantly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338328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a photo of smoke or burning waste — AI reads it and adds it to the map right away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566160" y="14630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7F7F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80560" y="1737360"/>
            <a:ext cx="777240" cy="77724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439" y="191223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03320" y="269748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tomorrow, today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749040" y="338328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each area's air quality 24 hours ahead, so action happens before it gets worse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0" y="14630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7F7F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0" y="1737360"/>
            <a:ext cx="777240" cy="77724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079" y="1912239"/>
            <a:ext cx="427482" cy="4274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37960" y="269748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itself, in Hindi too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583680" y="338328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comes with a plain-language reason — spoken aloud, in English or Hindi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235440" y="14630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7F7F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149840" y="1737360"/>
            <a:ext cx="777240" cy="77724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4719" y="1912239"/>
            <a:ext cx="427482" cy="42748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72600" y="269748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who's at risk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9418320" y="338328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hotspot lists nearby schools and hospitals — real people, not just a number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31520" y="4572000"/>
            <a:ext cx="10698480" cy="1005840"/>
          </a:xfrm>
          <a:prstGeom prst="roundRect">
            <a:avLst>
              <a:gd name="adj" fmla="val 9091"/>
            </a:avLst>
          </a:prstGeom>
          <a:solidFill>
            <a:srgbClr val="FDEDD3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60120" y="47548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138" y="4898898"/>
            <a:ext cx="352044" cy="3520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828800" y="457200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completely free — no cost to any government body, not now, not ever, at this scale.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252A3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EA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31520" y="251460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monitored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Delhi NCR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34840" y="128016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252A30"/>
          </a:solidFill>
          <a:ln/>
        </p:spPr>
      </p:sp>
      <p:sp>
        <p:nvSpPr>
          <p:cNvPr id="7" name="Text 5"/>
          <p:cNvSpPr/>
          <p:nvPr/>
        </p:nvSpPr>
        <p:spPr>
          <a:xfrm>
            <a:off x="4434840" y="146304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EA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1.42M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434840" y="251460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covered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system today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28016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252A30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EA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8138160" y="251460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&amp; hospitals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near hotspots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703320"/>
            <a:ext cx="10698480" cy="914400"/>
          </a:xfrm>
          <a:prstGeom prst="roundRect">
            <a:avLst>
              <a:gd name="adj" fmla="val 10000"/>
            </a:avLst>
          </a:prstGeom>
          <a:solidFill>
            <a:srgbClr val="252A30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703320"/>
            <a:ext cx="10149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zone had unhealthy air on 20 of the last 30 days — this is a recurring crisis, not a one-off reading.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beyond Delhi NCR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5166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city isn't a rebuild — it's one new entry in a list. Any constituency with a pollution monitoring station can be added in days.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5852160"/>
            <a:ext cx="10698480" cy="777240"/>
          </a:xfrm>
          <a:prstGeom prst="roundRect">
            <a:avLst>
              <a:gd name="adj" fmla="val 11765"/>
            </a:avLst>
          </a:prstGeom>
          <a:solidFill>
            <a:srgbClr val="1A73E8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5852160"/>
            <a:ext cx="10149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ask: one ward, one municipal team, one pilot — let this system show where to act before residents have to complain.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CleanAir &amp; Clear Streets — Demo Day Pitch</dc:title>
  <dc:subject>PptxGenJS Presentation</dc:subject>
  <dc:creator>GLM Harmonizers</dc:creator>
  <cp:lastModifiedBy>GLM Harmonizers</cp:lastModifiedBy>
  <cp:revision>1</cp:revision>
  <dcterms:created xsi:type="dcterms:W3CDTF">2026-07-19T19:25:42Z</dcterms:created>
  <dcterms:modified xsi:type="dcterms:W3CDTF">2026-07-19T19:25:42Z</dcterms:modified>
</cp:coreProperties>
</file>